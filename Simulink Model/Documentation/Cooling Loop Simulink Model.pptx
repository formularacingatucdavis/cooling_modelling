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5b04ed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5b04ed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95b04edc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95b04edc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95b04edc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95b04edc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Cooling Loop Simulink Model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System Model 4/25/2026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687" y="1017725"/>
            <a:ext cx="4810626" cy="392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Expansion Tank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575" y="358538"/>
            <a:ext cx="4859075" cy="442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Increase in fan speed decreases SS temp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Increase in thermal energy input increases SS temp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Increase in pump speed RPM increases liquid flow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Increase in pump speed RPM unpredictable effect on SS temp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